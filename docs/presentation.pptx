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Problem &amp;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Domain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Manufacturing / Equipment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39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Business Problem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Unexpected equipment failures cause unplanned downtime, high maintenance cost, and poor maintenance prioritization.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8999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Target Users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Maintenance managers, plant supervisors, technicians, reliability engineers, and operations teams.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Solution Overview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A Streamlit dashboard monitors equipment health using simulated sensor readings and historical prototype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39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Workflow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Sensor data -&gt; Random Forest prediction -&gt; health status and failure probability -&gt; alerts, work orders, logs, analytics, and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8999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Key Capabilities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Fleet monitoring, machine detail views, alert management, technician work orders, maintenance history, and chatbot assistance.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Demo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Application Layer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Enterprise Streamlit dashboard with dashboard, machines, analytics, alerts, work orders, reports, copilot, and maintenance logs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39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Prediction Layer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Random Forest model predicts Healthy, Warning, and Critical machine conditions from machine parameters.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8999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Support Components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Simulation, data loader, services, analytics, reports, maintenance copilot, and optional OpenRouter LLM client.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368"/>
                </a:solidFill>
              </a:defRPr>
            </a:pPr>
            <a:r>
              <a:t>No existing project screenshots were found outside the virtual environment; this slide uses architecture details instead.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Technology &amp;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Technology Stack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Python, Streamlit, Pandas, NumPy, Scikit-learn, Random Forest, Plotly, OpenPyXL, FPDF2, OpenRouter via OpenAI SDK.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39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Expected Value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Earlier issue detection, reduced unplanned downtime, clearer maintenance prioritization, and better fleet-level visibility.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8999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2124"/>
                </a:solidFill>
              </a:defRPr>
            </a:pPr>
            <a:r>
              <a:t>Future Enhancements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Live IoT integration, production database, user roles, notification integrations, scheduled retraining, and richer RAG over manuals/SOPs.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